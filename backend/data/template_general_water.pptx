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252F"/>
                </a:solidFill>
                <a:latin typeface="微软雅黑"/>
              </a:defRPr>
            </a:pPr>
            <a:r>
              <a:t>{{ course_name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/>
              </a:defRPr>
            </a:pPr>
            <a:r>
              <a:t>水利课程通用教学课件模板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AA"/>
                </a:solidFill>
                <a:latin typeface="微软雅黑"/>
              </a:defRPr>
            </a:pPr>
            <a:r>
              <a:t>模板：{{ template_name }} ｜ 课程类型：{{ 课程类型 }} ｜ 授课对象：{{ 授课对象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AA"/>
                </a:solidFill>
                <a:latin typeface="微软雅黑"/>
              </a:defRPr>
            </a:pPr>
            <a:r>
              <a:t>总课时：{{ 总课时 }} ｜ 生成时间：{{ 生成时间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教学目标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455"/>
                </a:solidFill>
                <a:latin typeface="微软雅黑"/>
              </a:defRPr>
            </a:pPr>
            <a:r>
              <a:t>{{ 教学目标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教学重难点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教学重点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教学重点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6600"/>
                </a:solidFill>
                <a:latin typeface="微软雅黑"/>
              </a:defRPr>
            </a:pPr>
            <a:r>
              <a:t>教学难点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教学难点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{{ 环节1标题 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时长：{{ 环节1时长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教学内容：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环节1内容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教学方法：{{ 环节1方法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知识点：{{ 环节1知识点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{{ 环节2标题 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时长：{{ 环节2时长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教学内容：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环节2内容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教学方法：{{ 环节2方法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知识点：{{ 环节2知识点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{{ 环节3标题 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时长：{{ 环节3时长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教学内容：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环节3内容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教学方法：{{ 环节3方法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知识点：{{ 环节3知识点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案例与资源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455"/>
                </a:solidFill>
                <a:latin typeface="微软雅黑"/>
              </a:defRPr>
            </a:pPr>
            <a:r>
              <a:t>{{ 教学案例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课堂练习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455"/>
                </a:solidFill>
                <a:latin typeface="微软雅黑"/>
              </a:defRPr>
            </a:pPr>
            <a:r>
              <a:t>{{ 课堂练习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52F"/>
                </a:solidFill>
                <a:latin typeface="微软雅黑"/>
              </a:defRPr>
            </a:pPr>
            <a:r>
              <a:t>总结与作业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教学总结：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455"/>
                </a:solidFill>
                <a:latin typeface="微软雅黑"/>
              </a:defRPr>
            </a:pPr>
            <a:r>
              <a:t>{{ 教学总结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88AA"/>
                </a:solidFill>
                <a:latin typeface="微软雅黑"/>
              </a:defRPr>
            </a:pPr>
            <a:r>
              <a:t>课后任务：{{ 课后任务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