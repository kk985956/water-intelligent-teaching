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37160" cy="137160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4D4D"/>
                </a:solidFill>
                <a:latin typeface="微软雅黑"/>
              </a:defRPr>
            </a:pPr>
            <a:r>
              <a:t>{{ course_name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7A7A"/>
                </a:solidFill>
                <a:latin typeface="微软雅黑"/>
              </a:defRPr>
            </a:pPr>
            <a:r>
              <a:t>水利工程教学课件模板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88AA"/>
                </a:solidFill>
                <a:latin typeface="微软雅黑"/>
              </a:defRPr>
            </a:pPr>
            <a:r>
              <a:t>模板：{{ template_name }} ｜ 课程类型：{{ 课程类型 }} ｜ 授课对象：{{ 授课对象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88AA"/>
                </a:solidFill>
                <a:latin typeface="微软雅黑"/>
              </a:defRPr>
            </a:pPr>
            <a:r>
              <a:t>总课时：{{ 总课时 }} ｜ 生成时间：{{ 生成时间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D4D"/>
                </a:solidFill>
                <a:latin typeface="微软雅黑"/>
              </a:defRPr>
            </a:pPr>
            <a:r>
              <a:t>教学目标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4455"/>
                </a:solidFill>
                <a:latin typeface="微软雅黑"/>
              </a:defRPr>
            </a:pPr>
            <a:r>
              <a:t>{{ 教学目标 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D4D"/>
                </a:solidFill>
                <a:latin typeface="微软雅黑"/>
              </a:defRPr>
            </a:pPr>
            <a:r>
              <a:t>教学重难点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7A"/>
                </a:solidFill>
                <a:latin typeface="微软雅黑"/>
              </a:defRPr>
            </a:pPr>
            <a:r>
              <a:t>教学重点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455"/>
                </a:solidFill>
                <a:latin typeface="微软雅黑"/>
              </a:defRPr>
            </a:pPr>
            <a:r>
              <a:t>{{ 教学重点 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6600"/>
                </a:solidFill>
                <a:latin typeface="微软雅黑"/>
              </a:defRPr>
            </a:pPr>
            <a:r>
              <a:t>教学难点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46888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455"/>
                </a:solidFill>
                <a:latin typeface="微软雅黑"/>
              </a:defRPr>
            </a:pPr>
            <a:r>
              <a:t>{{ 教学难点 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D4D"/>
                </a:solidFill>
                <a:latin typeface="微软雅黑"/>
              </a:defRPr>
            </a:pPr>
            <a:r>
              <a:t>{{ 环节1标题 }}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微软雅黑"/>
              </a:defRPr>
            </a:pPr>
            <a:r>
              <a:t>时长：{{ 环节1时长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7A"/>
                </a:solidFill>
                <a:latin typeface="微软雅黑"/>
              </a:defRPr>
            </a:pPr>
            <a:r>
              <a:t>教学内容：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455"/>
                </a:solidFill>
                <a:latin typeface="微软雅黑"/>
              </a:defRPr>
            </a:pPr>
            <a:r>
              <a:t>{{ 环节1内容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教学方法：{{ 环节1方法 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/>
              </a:defRPr>
            </a:pPr>
            <a:r>
              <a:t>知识点：{{ 环节1知识点 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D4D"/>
                </a:solidFill>
                <a:latin typeface="微软雅黑"/>
              </a:defRPr>
            </a:pPr>
            <a:r>
              <a:t>{{ 环节2标题 }}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微软雅黑"/>
              </a:defRPr>
            </a:pPr>
            <a:r>
              <a:t>时长：{{ 环节2时长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7A"/>
                </a:solidFill>
                <a:latin typeface="微软雅黑"/>
              </a:defRPr>
            </a:pPr>
            <a:r>
              <a:t>教学内容：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455"/>
                </a:solidFill>
                <a:latin typeface="微软雅黑"/>
              </a:defRPr>
            </a:pPr>
            <a:r>
              <a:t>{{ 环节2内容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教学方法：{{ 环节2方法 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/>
              </a:defRPr>
            </a:pPr>
            <a:r>
              <a:t>知识点：{{ 环节2知识点 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D4D"/>
                </a:solidFill>
                <a:latin typeface="微软雅黑"/>
              </a:defRPr>
            </a:pPr>
            <a:r>
              <a:t>{{ 环节3标题 }}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微软雅黑"/>
              </a:defRPr>
            </a:pPr>
            <a:r>
              <a:t>时长：{{ 环节3时长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7A"/>
                </a:solidFill>
                <a:latin typeface="微软雅黑"/>
              </a:defRPr>
            </a:pPr>
            <a:r>
              <a:t>教学内容：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455"/>
                </a:solidFill>
                <a:latin typeface="微软雅黑"/>
              </a:defRPr>
            </a:pPr>
            <a:r>
              <a:t>{{ 环节3内容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教学方法：{{ 环节3方法 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/>
              </a:defRPr>
            </a:pPr>
            <a:r>
              <a:t>知识点：{{ 环节3知识点 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D4D"/>
                </a:solidFill>
                <a:latin typeface="微软雅黑"/>
              </a:defRPr>
            </a:pPr>
            <a:r>
              <a:t>案例与资源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4455"/>
                </a:solidFill>
                <a:latin typeface="微软雅黑"/>
              </a:defRPr>
            </a:pPr>
            <a:r>
              <a:t>{{ 教学案例 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D4D"/>
                </a:solidFill>
                <a:latin typeface="微软雅黑"/>
              </a:defRPr>
            </a:pPr>
            <a:r>
              <a:t>课堂练习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4455"/>
                </a:solidFill>
                <a:latin typeface="微软雅黑"/>
              </a:defRPr>
            </a:pPr>
            <a:r>
              <a:t>{{ 课堂练习 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D4D"/>
                </a:solidFill>
                <a:latin typeface="微软雅黑"/>
              </a:defRPr>
            </a:pPr>
            <a:r>
              <a:t>总结与作业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286000" cy="54864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7A"/>
                </a:solidFill>
                <a:latin typeface="微软雅黑"/>
              </a:defRPr>
            </a:pPr>
            <a:r>
              <a:t>教学总结：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455"/>
                </a:solidFill>
                <a:latin typeface="微软雅黑"/>
              </a:defRPr>
            </a:pPr>
            <a:r>
              <a:t>{{ 教学总结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88AA"/>
                </a:solidFill>
                <a:latin typeface="微软雅黑"/>
              </a:defRPr>
            </a:pPr>
            <a:r>
              <a:t>课后任务：{{ 课后任务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